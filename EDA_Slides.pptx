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2" r:id="rId24"/>
  </p:sldIdLst>
  <p:sldSz cx="18288000" cy="10287000"/>
  <p:notesSz cx="6858000" cy="9144000"/>
  <p:embeddedFontLst>
    <p:embeddedFont>
      <p:font typeface="Californian FB" panose="0207040306080B030204" pitchFamily="18" charset="0"/>
      <p:regular r:id="rId25"/>
      <p:bold r:id="rId26"/>
      <p: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934" y="6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30868"/>
            <a:ext cx="18288000" cy="9625263"/>
          </a:xfrm>
          <a:custGeom>
            <a:avLst/>
            <a:gdLst/>
            <a:ahLst/>
            <a:cxnLst/>
            <a:rect l="l" t="t" r="r" b="b"/>
            <a:pathLst>
              <a:path w="18288000" h="9625263">
                <a:moveTo>
                  <a:pt x="0" y="0"/>
                </a:moveTo>
                <a:lnTo>
                  <a:pt x="18288000" y="0"/>
                </a:lnTo>
                <a:lnTo>
                  <a:pt x="18288000" y="9625264"/>
                </a:lnTo>
                <a:lnTo>
                  <a:pt x="0" y="96252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E6A880-0B16-E647-1CF3-5AA6E82B95DE}"/>
              </a:ext>
            </a:extLst>
          </p:cNvPr>
          <p:cNvSpPr/>
          <p:nvPr/>
        </p:nvSpPr>
        <p:spPr>
          <a:xfrm>
            <a:off x="2209800" y="8420100"/>
            <a:ext cx="2209800" cy="68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Californian FB" panose="0207040306080B030204" pitchFamily="18" charset="0"/>
              </a:rPr>
              <a:t>Danyal Ahmad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23333"/>
            <a:ext cx="18288000" cy="9640334"/>
          </a:xfrm>
          <a:custGeom>
            <a:avLst/>
            <a:gdLst/>
            <a:ahLst/>
            <a:cxnLst/>
            <a:rect l="l" t="t" r="r" b="b"/>
            <a:pathLst>
              <a:path w="18288000" h="9640334">
                <a:moveTo>
                  <a:pt x="0" y="0"/>
                </a:moveTo>
                <a:lnTo>
                  <a:pt x="18288000" y="0"/>
                </a:lnTo>
                <a:lnTo>
                  <a:pt x="18288000" y="9640334"/>
                </a:lnTo>
                <a:lnTo>
                  <a:pt x="0" y="96403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11186" y="0"/>
            <a:ext cx="18076814" cy="9919136"/>
          </a:xfrm>
          <a:custGeom>
            <a:avLst/>
            <a:gdLst/>
            <a:ahLst/>
            <a:cxnLst/>
            <a:rect l="l" t="t" r="r" b="b"/>
            <a:pathLst>
              <a:path w="18076814" h="9919136">
                <a:moveTo>
                  <a:pt x="0" y="0"/>
                </a:moveTo>
                <a:lnTo>
                  <a:pt x="18076814" y="0"/>
                </a:lnTo>
                <a:lnTo>
                  <a:pt x="18076814" y="9919136"/>
                </a:lnTo>
                <a:lnTo>
                  <a:pt x="0" y="99191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4727" b="-853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10901" y="129523"/>
            <a:ext cx="18598901" cy="10157477"/>
          </a:xfrm>
          <a:custGeom>
            <a:avLst/>
            <a:gdLst/>
            <a:ahLst/>
            <a:cxnLst/>
            <a:rect l="l" t="t" r="r" b="b"/>
            <a:pathLst>
              <a:path w="18598901" h="10157477">
                <a:moveTo>
                  <a:pt x="0" y="0"/>
                </a:moveTo>
                <a:lnTo>
                  <a:pt x="18598901" y="0"/>
                </a:lnTo>
                <a:lnTo>
                  <a:pt x="18598901" y="10157477"/>
                </a:lnTo>
                <a:lnTo>
                  <a:pt x="0" y="10157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08" t="-5446" b="-317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58960" y="0"/>
            <a:ext cx="18029040" cy="10593568"/>
          </a:xfrm>
          <a:custGeom>
            <a:avLst/>
            <a:gdLst/>
            <a:ahLst/>
            <a:cxnLst/>
            <a:rect l="l" t="t" r="r" b="b"/>
            <a:pathLst>
              <a:path w="18029040" h="10593568">
                <a:moveTo>
                  <a:pt x="0" y="0"/>
                </a:moveTo>
                <a:lnTo>
                  <a:pt x="18029040" y="0"/>
                </a:lnTo>
                <a:lnTo>
                  <a:pt x="18029040" y="10593568"/>
                </a:lnTo>
                <a:lnTo>
                  <a:pt x="0" y="105935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53" r="-1111" b="-189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92" t="-3046" b="-88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11" r="-127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2518" y="398721"/>
            <a:ext cx="17460776" cy="9591748"/>
          </a:xfrm>
          <a:custGeom>
            <a:avLst/>
            <a:gdLst/>
            <a:ahLst/>
            <a:cxnLst/>
            <a:rect l="l" t="t" r="r" b="b"/>
            <a:pathLst>
              <a:path w="17460776" h="9591748">
                <a:moveTo>
                  <a:pt x="0" y="0"/>
                </a:moveTo>
                <a:lnTo>
                  <a:pt x="17460775" y="0"/>
                </a:lnTo>
                <a:lnTo>
                  <a:pt x="17460775" y="9591748"/>
                </a:lnTo>
                <a:lnTo>
                  <a:pt x="0" y="9591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590" t="-8556" b="-855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08176"/>
            <a:ext cx="17938064" cy="9836584"/>
          </a:xfrm>
          <a:custGeom>
            <a:avLst/>
            <a:gdLst/>
            <a:ahLst/>
            <a:cxnLst/>
            <a:rect l="l" t="t" r="r" b="b"/>
            <a:pathLst>
              <a:path w="17938064" h="9836584">
                <a:moveTo>
                  <a:pt x="0" y="0"/>
                </a:moveTo>
                <a:lnTo>
                  <a:pt x="17938064" y="0"/>
                </a:lnTo>
                <a:lnTo>
                  <a:pt x="17938064" y="9836585"/>
                </a:lnTo>
                <a:lnTo>
                  <a:pt x="0" y="98365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8" r="-12" b="-433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082621"/>
          </a:xfrm>
          <a:custGeom>
            <a:avLst/>
            <a:gdLst/>
            <a:ahLst/>
            <a:cxnLst/>
            <a:rect l="l" t="t" r="r" b="b"/>
            <a:pathLst>
              <a:path w="18288000" h="10082621">
                <a:moveTo>
                  <a:pt x="0" y="0"/>
                </a:moveTo>
                <a:lnTo>
                  <a:pt x="18288000" y="0"/>
                </a:lnTo>
                <a:lnTo>
                  <a:pt x="18288000" y="10082621"/>
                </a:lnTo>
                <a:lnTo>
                  <a:pt x="0" y="100826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38" t="-8768" b="-855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00531" y="0"/>
            <a:ext cx="17442220" cy="9814914"/>
          </a:xfrm>
          <a:custGeom>
            <a:avLst/>
            <a:gdLst/>
            <a:ahLst/>
            <a:cxnLst/>
            <a:rect l="l" t="t" r="r" b="b"/>
            <a:pathLst>
              <a:path w="17442220" h="9814914">
                <a:moveTo>
                  <a:pt x="0" y="0"/>
                </a:moveTo>
                <a:lnTo>
                  <a:pt x="17442220" y="0"/>
                </a:lnTo>
                <a:lnTo>
                  <a:pt x="17442220" y="9814914"/>
                </a:lnTo>
                <a:lnTo>
                  <a:pt x="0" y="9814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99" t="-4064" b="-1167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35" t="-3986" b="-1532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90931" y="0"/>
            <a:ext cx="17676454" cy="9920191"/>
          </a:xfrm>
          <a:custGeom>
            <a:avLst/>
            <a:gdLst/>
            <a:ahLst/>
            <a:cxnLst/>
            <a:rect l="l" t="t" r="r" b="b"/>
            <a:pathLst>
              <a:path w="17676454" h="9920191">
                <a:moveTo>
                  <a:pt x="0" y="0"/>
                </a:moveTo>
                <a:lnTo>
                  <a:pt x="17676454" y="0"/>
                </a:lnTo>
                <a:lnTo>
                  <a:pt x="17676454" y="9920191"/>
                </a:lnTo>
                <a:lnTo>
                  <a:pt x="0" y="99201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841" r="-445" b="-457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544710" cy="10287000"/>
          </a:xfrm>
          <a:custGeom>
            <a:avLst/>
            <a:gdLst/>
            <a:ahLst/>
            <a:cxnLst/>
            <a:rect l="l" t="t" r="r" b="b"/>
            <a:pathLst>
              <a:path w="18544710" h="10287000">
                <a:moveTo>
                  <a:pt x="0" y="0"/>
                </a:moveTo>
                <a:lnTo>
                  <a:pt x="18544710" y="0"/>
                </a:lnTo>
                <a:lnTo>
                  <a:pt x="185447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35" t="-2964" b="-3626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81501" y="302031"/>
            <a:ext cx="17906499" cy="9410433"/>
          </a:xfrm>
          <a:custGeom>
            <a:avLst/>
            <a:gdLst/>
            <a:ahLst/>
            <a:cxnLst/>
            <a:rect l="l" t="t" r="r" b="b"/>
            <a:pathLst>
              <a:path w="17906499" h="9410433">
                <a:moveTo>
                  <a:pt x="0" y="0"/>
                </a:moveTo>
                <a:lnTo>
                  <a:pt x="17906499" y="0"/>
                </a:lnTo>
                <a:lnTo>
                  <a:pt x="17906499" y="9410433"/>
                </a:lnTo>
                <a:lnTo>
                  <a:pt x="0" y="9410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92" t="-3889" b="-388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230" r="-150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34353" y="0"/>
            <a:ext cx="17353647" cy="10573212"/>
          </a:xfrm>
          <a:custGeom>
            <a:avLst/>
            <a:gdLst/>
            <a:ahLst/>
            <a:cxnLst/>
            <a:rect l="l" t="t" r="r" b="b"/>
            <a:pathLst>
              <a:path w="17353647" h="10573212">
                <a:moveTo>
                  <a:pt x="0" y="0"/>
                </a:moveTo>
                <a:lnTo>
                  <a:pt x="17353647" y="0"/>
                </a:lnTo>
                <a:lnTo>
                  <a:pt x="17353647" y="10573212"/>
                </a:lnTo>
                <a:lnTo>
                  <a:pt x="0" y="10573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175" b="-87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05" r="-1180" b="-508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41226" y="0"/>
            <a:ext cx="16805548" cy="10028935"/>
          </a:xfrm>
          <a:custGeom>
            <a:avLst/>
            <a:gdLst/>
            <a:ahLst/>
            <a:cxnLst/>
            <a:rect l="l" t="t" r="r" b="b"/>
            <a:pathLst>
              <a:path w="16805548" h="10028935">
                <a:moveTo>
                  <a:pt x="0" y="0"/>
                </a:moveTo>
                <a:lnTo>
                  <a:pt x="16805548" y="0"/>
                </a:lnTo>
                <a:lnTo>
                  <a:pt x="16805548" y="10028935"/>
                </a:lnTo>
                <a:lnTo>
                  <a:pt x="0" y="10028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103" b="-7032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0450" y="0"/>
            <a:ext cx="16687100" cy="10287000"/>
          </a:xfrm>
          <a:custGeom>
            <a:avLst/>
            <a:gdLst/>
            <a:ahLst/>
            <a:cxnLst/>
            <a:rect l="l" t="t" r="r" b="b"/>
            <a:pathLst>
              <a:path w="16687100" h="10287000">
                <a:moveTo>
                  <a:pt x="0" y="0"/>
                </a:moveTo>
                <a:lnTo>
                  <a:pt x="16687100" y="0"/>
                </a:lnTo>
                <a:lnTo>
                  <a:pt x="166871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323" r="-2261" b="-320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3690" y="0"/>
            <a:ext cx="17407296" cy="10534742"/>
          </a:xfrm>
          <a:custGeom>
            <a:avLst/>
            <a:gdLst/>
            <a:ahLst/>
            <a:cxnLst/>
            <a:rect l="l" t="t" r="r" b="b"/>
            <a:pathLst>
              <a:path w="17407296" h="10534742">
                <a:moveTo>
                  <a:pt x="0" y="0"/>
                </a:moveTo>
                <a:lnTo>
                  <a:pt x="17407296" y="0"/>
                </a:lnTo>
                <a:lnTo>
                  <a:pt x="17407296" y="10534742"/>
                </a:lnTo>
                <a:lnTo>
                  <a:pt x="0" y="10534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853" b="-2735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14551" y="0"/>
            <a:ext cx="17058898" cy="10506749"/>
          </a:xfrm>
          <a:custGeom>
            <a:avLst/>
            <a:gdLst/>
            <a:ahLst/>
            <a:cxnLst/>
            <a:rect l="l" t="t" r="r" b="b"/>
            <a:pathLst>
              <a:path w="17058898" h="10506749">
                <a:moveTo>
                  <a:pt x="0" y="0"/>
                </a:moveTo>
                <a:lnTo>
                  <a:pt x="17058898" y="0"/>
                </a:lnTo>
                <a:lnTo>
                  <a:pt x="17058898" y="10506749"/>
                </a:lnTo>
                <a:lnTo>
                  <a:pt x="0" y="105067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473" r="-3682" b="-184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283962"/>
            <a:ext cx="17975454" cy="9719076"/>
          </a:xfrm>
          <a:custGeom>
            <a:avLst/>
            <a:gdLst/>
            <a:ahLst/>
            <a:cxnLst/>
            <a:rect l="l" t="t" r="r" b="b"/>
            <a:pathLst>
              <a:path w="17975454" h="9719076">
                <a:moveTo>
                  <a:pt x="0" y="0"/>
                </a:moveTo>
                <a:lnTo>
                  <a:pt x="17975454" y="0"/>
                </a:lnTo>
                <a:lnTo>
                  <a:pt x="17975454" y="9719076"/>
                </a:lnTo>
                <a:lnTo>
                  <a:pt x="0" y="971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62" t="-2151" r="-3143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Custom</PresentationFormat>
  <Paragraphs>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Californian FB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How to Code Infographics Presentation</dc:title>
  <cp:lastModifiedBy>Danyal Goraya</cp:lastModifiedBy>
  <cp:revision>3</cp:revision>
  <dcterms:created xsi:type="dcterms:W3CDTF">2006-08-16T00:00:00Z</dcterms:created>
  <dcterms:modified xsi:type="dcterms:W3CDTF">2026-03-08T11:02:17Z</dcterms:modified>
  <dc:identifier>DAG51Ce7P3o</dc:identifier>
</cp:coreProperties>
</file>